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>
        <p:scale>
          <a:sx n="87" d="100"/>
          <a:sy n="87" d="100"/>
        </p:scale>
        <p:origin x="738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0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0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3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8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3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7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0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4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52A56-3A1E-4068-A654-AD6CC43B9F5D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3EF52-BD6D-4518-8467-451CB56A54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lliance_Labeling"/>
          <p:cNvSpPr txBox="1"/>
          <p:nvPr userDrawn="1"/>
        </p:nvSpPr>
        <p:spPr>
          <a:xfrm>
            <a:off x="10276552" y="6555209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smtClean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lang="en-US" sz="1000" b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8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1762125"/>
            <a:ext cx="121253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02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461962"/>
            <a:ext cx="942975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0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163" y="1900237"/>
            <a:ext cx="125063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9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876425"/>
            <a:ext cx="108680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9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-180975"/>
            <a:ext cx="11630025" cy="72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9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5375" y="-323850"/>
            <a:ext cx="14382750" cy="750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6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081" y="752605"/>
            <a:ext cx="103039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28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9260" y="1069846"/>
            <a:ext cx="27397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4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Gunturu, Kirankumar (EXTERNAL)</dc:creator>
  <cp:keywords>Nissan;N-I;Nissan Internal</cp:keywords>
  <cp:lastModifiedBy>Gunturu, Kirankumar (EXTERNAL)</cp:lastModifiedBy>
  <cp:revision>13</cp:revision>
  <dcterms:created xsi:type="dcterms:W3CDTF">2022-09-29T18:59:28Z</dcterms:created>
  <dcterms:modified xsi:type="dcterms:W3CDTF">2023-01-26T15:12:02Z</dcterms:modified>
  <cp:category>N-I</cp:category>
</cp:coreProperties>
</file>